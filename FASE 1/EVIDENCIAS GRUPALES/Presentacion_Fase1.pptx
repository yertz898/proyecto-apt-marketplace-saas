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— Presentación inicial (10 s).
Pedro abre: "Buenas tardes, somos Pedro Santibáñez y Daniel Azócar. Presentamos DealCommerce, un marketplace SaaS multi-tienda con analítica predictiva, desarrollado con un cliente real: Joyas_ye, un emprendimiento de joyería."
No leer la lámina. Pasar rápido a la definición.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La idea central: NO es una tienda online para un comercio, es una plataforma multi-tienda. Cada vendedor que se suscribe tiene su propio espacio y sus datos quedan aislados de los demás.
Recalcar el punto 1: el motor de precios es lo que lo diferencia de un e-commerce común — resuelve venta al detalle y al por mayor con un solo catálogo, que es exactamente el problema de Joyas_ye.
Mencionar que los seis frentes comparten el mismo modelo de datos: por eso el pronóstico, la segmentación y el motor de descuentos se encadenan y no son tres proyectos separados.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(75 s).
Contar la situación concreta, no en abstracto: hoy una clienta mayorista escribe por Instagram, la dueña revisa stock de memoria o mirando la vitrina, calcula el precio por mayor a mano y anota el pedido en un cuaderno.
El punto fuerte de la lámina es el recuadro de la derecha: el problema de fondo no es la falta de ventas, es la falta de información. Sin historial no hay decisión de reposición posible.
Cerrar conectando: "y esto no es un caso aislado — por eso la arquitectura la pensamos multi-tienda desde el principio".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(35 s).
Leer el objetivo general pausado — es la única lámina donde leer textual está permitido, porque es la definición formal del proyecto.
Destacar dos palabras: "multi-tienda" (la arquitectura) y "validada con Joyas_ye" (el cliente real, que es nuestra mayor fortaleza frente a un proyecto simulado).
No detallar los once específicos acá, vienen en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(60 s).
No leer los ocho uno por uno — agruparlos: "los tres primeros son datos y requerimientos, los tres del medio son la construcción, los dos últimos son validación e implantación".
Si hay que destacar uno, el 6: el pronóstico se evalúa con MAPE, MAE y RMSE contra una línea base de promedio móvil. Es la diferencia entre decir que el modelo funciona y demostrarlo.
Mencionar que cada objetivo está mapeado a una competencia del perfil de egreso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Recorrer la arquitectura de arriba abajo en tres frases, sin entrar en detalle de librerías.
El punto clave: los servicios analíticos de la derecha NO son un sistema aparte — se alimentan del mismo PostgreSQL. Solo se entrenan DOS modelos; el motor de descuentos son reglas sobre sus salidas. Por eso los tres son viables para un equipo de dos personas.
Si preguntan por el stack: lo elegimos porque ya lo dominamos, y así el tiempo se invierte en lo que sí es nuevo (el ML y el asistente), no en aprender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(65 s).
Esta lámina hay que presentarla con seguridad, no como una disculpa. Recortar el alcance es una decisión de gestión, no una limitación que sufrimos.
Frase útil: "preferimos entregar siete módulos funcionando que diez a medias".
Si preguntan por qué no hay pagos: la certificación con Transbank consume semanas y no aporta a ninguna competencia del perfil que no cubramos ya.
Si preguntan cómo comprometen tres componentes de inteligencia siendo dos personas: porque solo dos son modelos entrenados y comparten la preparación de datos; el tercero son reglas sobre sus salidas.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Este es el punto que hay que dejar claro, porque es donde el docente puede objetar.
Explicar la diferencia de capas: Scrum responde cuándo y quién; CRISP-DM responde qué pasos sigue el trabajo de datos. No compiten.
El argumento decisivo es el recuadro inferior: no son dos planificaciones separadas — es un solo backlog. Sin CRISP-DM haríamos igual esas etapas, pero sin nombrarlas ni evaluarlas con métricas.
Si el docente prefiere solo Scrum, decir que se adapta sin cambiar el plan de trabajo ni el Gantt.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(55 s).
No recorrer las nueve barras. Explicar la lógica: Fase 1 es definición, Fase 2 es todo el desarrollo, Fase 3 es cierre y defensa.
Destacar dos cosas: (1) las superposiciones son deliberadas — reflejan que Pedro va en frontend mientras yo voy en el modelo de datos y el ML; (2) las pruebas empiezan en la semana 13 y corren en paralelo, no al final.
Si preguntan por el reparto: Pedro frontend y seguridad, yo ML y modelo de datos, backend compartido con revisión cruzada.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(50 s).
Cerrar con los cuatro argumentos, sin leerlos textual.
El más fuerte es el 1: tener cliente real nos diferencia de un proyecto hipotético, y la rúbrica lo valora explícitamente.
El 4 anticipa la pregunta obvia: "¿cómo saben que el modelo va a servir?" — se compara contra su línea base, y si no la supera, no se integra. Cada modelo lleva las métricas de SU tipo de problema: regresión y clasificación no se miden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(10 s).
Cerrar y abrir preguntas.
Preguntas probables y quién responde:
— "¿Por qué no usan solo Scrum?" → Pedro (lámina 8).
— "¿Qué pasa si no hay datos suficientes para los modelos?" → Daniel: módulo de ingesta desde Excel, datos sintéticos y línea base de promedio móvil.
— "¿Es realista para dos personas?" → Pedro: checkout simulado, tres exclusiones declaradas, y solo dos modelos entrenados que comparten la preparación de datos.
— "¿El cliente se comprometió?" → Daniel: sí, valida al cierre de cada sprint y firmará el acta de usabilidad.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3200400"/>
            <a:ext cx="2377440" cy="23774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DealCommerce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SaaS multi-tienda con analítica predictiva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PYMES del retail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572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Santibáñez Black   ·   Daniel Azócar Pizarro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Capstone   ·   Ingeniería en Informática   ·   Duoc UC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piloto: Joyas_ye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DealCommerce?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aloja a múltiples comercios sobre una misma infraestructura, manteniendo los datos de cada vendedor aislados de los demás. Seis módulos funcionales sobre un mismo modelo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38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variantes, carrito y pedidos. Motor de precios con tarifas escalonadas: detalle y por mayor en un solo catálogo.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81328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2763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de datos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38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historial de ventas del comercio desde planillas de cálculo y lo normaliza en la base de datos.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5292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 demanda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638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regresión que proyecta las ventas del mes siguiente por producto y anticipa quiebres de stock.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706624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5292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de clientes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1638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clasificación que agrupa compradores por recencia, frecuencia y monto, y detecta riesgo de abandono.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07822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de descuentos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389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 que cruza ambas salidas y sugiere descuentos y campañas. El vendedor aprueba antes de ejecutar.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407822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4632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30368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conversacional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4389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consulta sus indicadores en lenguaje natural, sin interpretar tableros ni construir informes.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opera hoy Joyas_ye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de joyería con tienda física y canal en redes sociales, que vende al detalle y al por mayor.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" y="1586484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canal propio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739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se cierra por mensajería directa en redes sociales. No hay catálogo ni carrito.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68296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" y="2427732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manual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151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se anotan en planillas y cuadernos. No hay trazabilidad de qué se vendió ni a quién.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0954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" y="3268980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aplicados a mano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56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tarifa mayorista se calcula manualmente en cada pedido, con riesgo permanente de error.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50792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" y="4110228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Reposición por intuición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consolidado, se compra de más lo que no rota y se quiebra el stock de lo que sí.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1444752"/>
            <a:ext cx="2880360" cy="3035808"/>
          </a:xfrm>
          <a:prstGeom prst="roundRect">
            <a:avLst>
              <a:gd name="adj" fmla="val 190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más.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37744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no saber qué se vende.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035040" y="3182112"/>
            <a:ext cx="365760" cy="228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0" y="34015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escenario de la mayoría de las PYMES del retail en Chile. Joyas_ye es nuestro caso piloto, no la excepción.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3108960" cy="3108960"/>
          </a:xfrm>
          <a:prstGeom prst="ellipse">
            <a:avLst/>
          </a:prstGeom>
          <a:solidFill>
            <a:srgbClr val="43182B"/>
          </a:solidFill>
          <a:ln w="12700">
            <a:solidFill>
              <a:srgbClr val="4318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OBJETIVOS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marketplace SaaS multi-tienda que integre gestión de catálogo con precios diferenciados, analítica de ventas y una cadena de componentes de inteligencia —pronóstico, segmentación y recomendación— junto a un asistente conversacional, validada con Joyas_ye como cliente piloto.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10128"/>
            <a:ext cx="4572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objetivos específicos se desprenden de este, cubriendo las cuatro competencias del perfil de egreso.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OBJETIVOS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234440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1612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y especificar los requerimientos con el cliente.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1556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1234440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9744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11612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el modelo de datos multi-tienda.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1892808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18196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módulo de ingesta de datos históricos.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7393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892808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9744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8196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catálogo, carrito y gestión de pedidos.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3230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2551176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47802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panel de analítica del vendedor.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3230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2551176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9744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47802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pronóstico de demanda con CRISP-DM.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3209544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31363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segmentación y predicción de clientes.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09067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9744" y="3209544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9744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230368" y="31363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motor de recomendación de descuentos.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" y="3867912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3504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" y="3794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asistente conversacional del vendedor.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749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9744" y="3867912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09744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230368" y="3794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pruebas unitarias, de integración y de acceso.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40740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" y="452628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3504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24128" y="4453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la solución con Docker para uso real del cliente.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ALCANCES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1704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 · shadcn/ui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9339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99339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9933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· autenticación por 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1635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81635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8163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multi-tienda · Cloudflare R2 (imágenes)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90088" y="1856232"/>
            <a:ext cx="27432" cy="12801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90088" y="2679192"/>
            <a:ext cx="27432" cy="12801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1170432"/>
            <a:ext cx="2834640" cy="3218688"/>
          </a:xfrm>
          <a:prstGeom prst="roundRect">
            <a:avLst>
              <a:gd name="adj" fmla="val 193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analíticos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16642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Excel → PostgreSQL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· scikit-learn · XGBoost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· scikit-learn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descuentos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sobre ambas salidas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modelo de lenguaje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96128" y="2286000"/>
            <a:ext cx="219456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3075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F7F5"/>
          </a:solidFill>
          <a:ln w="12700">
            <a:solidFill>
              <a:srgbClr val="E3D3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3075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entorno orquestado con Docker y docker-compose.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la solución sea reproducible por un tercero y simplifica la implantación final.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ALCANCES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entra y qué 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módulos comprometidos, tres exclusiones deliberadas. Solo se entrenan dos modelos: el tercero es lógica de negocio sobre sus salidas.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Comprometido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56816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multi-tienda con catálogo y variantes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precios detalle y por mayor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 con checkout simulado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historial desde planillas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analítica por vendedor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 mensual (regresión)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(clasificación)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descuentos (motor de reglas)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del vendedor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BF7F5"/>
          </a:solidFill>
          <a:ln w="12700">
            <a:solidFill>
              <a:srgbClr val="E3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6E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alcance · trabajo futuro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real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3042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se coordina fuera del sistema. Evita el proceso de certificación con Transbank.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8437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visual por imagen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catálogo fotográfico extenso y etiquetado que el cliente aún no tiene.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19472" y="36301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automática de campañas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8770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sugiere, el vendedor aprueba. Enviar promociones sin supervisión es un riesgo para el negocio.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tiene dos naturalezas distintas y cada una necesita su marco.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adaptado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751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para el desarrollo del producto. El cliente valida el incremento al cierre de cada sprint. Roles compartidos: con dos personas, aplicar Scrum canónico sería un formalismo.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19472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19751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 para el módulo de Machine Learning: negocio, datos, preparación, modelado, evaluación y despliegue. El trabajo analítico no siempre entrega un incremento visible.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8229600" cy="1207008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015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corren en paralelo: CRISP-DM se integra dentro de Scrum.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73075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CRISP-DM se convierte en historias del mismo backlog, con el mismo tablero y la misma cadencia de sprints. CRISP-DM aporta el contenido y el orden de las historias analíticas; Scrum aporta la cadencia y el control. Un solo plan, un solo ritmo.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desarrollo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sprints de dos semanas sobre las 18 semanas del período académico.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1371600"/>
            <a:ext cx="1290320" cy="23774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80360" y="1371600"/>
            <a:ext cx="129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70680" y="1371600"/>
            <a:ext cx="3870960" cy="23774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70680" y="1371600"/>
            <a:ext cx="387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1640" y="1371600"/>
            <a:ext cx="645160" cy="23774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1640" y="1371600"/>
            <a:ext cx="64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2029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5255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8481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1706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4932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48158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384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4610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7835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1061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64287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7513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70739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73964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77190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80416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83642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1856232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planificación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98648" y="1911096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A2676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2148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e ingesta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88968" y="2194560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A26769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2432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catálogo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34128" y="2478024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2715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motor de precios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56708" y="2761488"/>
            <a:ext cx="157632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2990088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4448" y="3044952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analítica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7028" y="3328416"/>
            <a:ext cx="93116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557016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7200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92188" y="3611880"/>
            <a:ext cx="60858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3849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 implantación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9608" y="3895344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123944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720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y defensa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37348" y="4178808"/>
            <a:ext cx="93116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CONCLUSIÓN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este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188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real, no simulado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Joyas_ye valida cada incremento. El impacto es verificable: trazabilidad de pedidos, precios sin error manual e información histórica que hoy no existe.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Cubre las cuatro competencias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3225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proyectos, modelos de datos, desarrollo de software y pruebas de certificación. El alcance obliga a recorrer el ciclo completo.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16936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8712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defendible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1638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módulos comprometidos y tres exclusiones declaradas, con la justificación de cada decisión documentada.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5818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con evidencia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0050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pronóstico se mide con MAPE, MAE y RMSE; la segmentación con precisión, exhaustividad y F1. Cada modelo se contrasta con su línea base: no basta con que exista.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566160"/>
            <a:ext cx="2743200" cy="2743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DealCommerce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Quedamos atentos a sus consultas.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Santibáñez Black  ·  Daniel Azócar Pizarro  ·  PTY4614 Capstone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DealCommerce — Definición Proyecto APT</dc:title>
  <dc:subject>PptxGenJS Presentation</dc:subject>
  <dc:creator>Pedro Santibáñez / Daniel Azócar</dc:creator>
  <cp:lastModifiedBy>Pedro Santibáñez / Daniel Azócar</cp:lastModifiedBy>
  <cp:revision>1</cp:revision>
  <dcterms:created xsi:type="dcterms:W3CDTF">2026-09-01T13:13:59Z</dcterms:created>
  <dcterms:modified xsi:type="dcterms:W3CDTF">2026-09-01T13:13:59Z</dcterms:modified>
</cp:coreProperties>
</file>